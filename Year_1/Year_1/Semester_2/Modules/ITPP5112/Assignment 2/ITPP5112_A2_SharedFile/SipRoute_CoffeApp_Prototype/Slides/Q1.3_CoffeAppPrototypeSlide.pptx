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6E3B9D-B3BF-40BE-80D3-C69035C34BC8}" v="38" dt="2025-10-09T17:56:17.6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7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dyce Jade Smit" userId="01f340e3-43dc-4804-8a45-ef1feb350fda" providerId="ADAL" clId="{2DB762A3-C454-4039-8DDB-02DFD54FD89C}"/>
    <pc:docChg chg="undo custSel addSld modSld sldOrd">
      <pc:chgData name="Kandyce Jade Smit" userId="01f340e3-43dc-4804-8a45-ef1feb350fda" providerId="ADAL" clId="{2DB762A3-C454-4039-8DDB-02DFD54FD89C}" dt="2025-10-09T17:39:55.733" v="597"/>
      <pc:docMkLst>
        <pc:docMk/>
      </pc:docMkLst>
      <pc:sldChg chg="modSp mod">
        <pc:chgData name="Kandyce Jade Smit" userId="01f340e3-43dc-4804-8a45-ef1feb350fda" providerId="ADAL" clId="{2DB762A3-C454-4039-8DDB-02DFD54FD89C}" dt="2025-10-09T17:39:55.733" v="597"/>
        <pc:sldMkLst>
          <pc:docMk/>
          <pc:sldMk cId="2722789443" sldId="256"/>
        </pc:sldMkLst>
        <pc:spChg chg="mod">
          <ac:chgData name="Kandyce Jade Smit" userId="01f340e3-43dc-4804-8a45-ef1feb350fda" providerId="ADAL" clId="{2DB762A3-C454-4039-8DDB-02DFD54FD89C}" dt="2025-10-09T17:39:55.733" v="597"/>
          <ac:spMkLst>
            <pc:docMk/>
            <pc:sldMk cId="2722789443" sldId="256"/>
            <ac:spMk id="3" creationId="{7C9099CE-3E33-A3EC-D925-E7AC1653FF85}"/>
          </ac:spMkLst>
        </pc:spChg>
      </pc:sldChg>
      <pc:sldChg chg="addSp delSp modSp new mod setBg">
        <pc:chgData name="Kandyce Jade Smit" userId="01f340e3-43dc-4804-8a45-ef1feb350fda" providerId="ADAL" clId="{2DB762A3-C454-4039-8DDB-02DFD54FD89C}" dt="2025-10-09T10:00:06.400" v="57" actId="20577"/>
        <pc:sldMkLst>
          <pc:docMk/>
          <pc:sldMk cId="3079509142" sldId="257"/>
        </pc:sldMkLst>
        <pc:spChg chg="mod">
          <ac:chgData name="Kandyce Jade Smit" userId="01f340e3-43dc-4804-8a45-ef1feb350fda" providerId="ADAL" clId="{2DB762A3-C454-4039-8DDB-02DFD54FD89C}" dt="2025-10-09T10:00:06.400" v="57" actId="20577"/>
          <ac:spMkLst>
            <pc:docMk/>
            <pc:sldMk cId="3079509142" sldId="257"/>
            <ac:spMk id="2" creationId="{5D5159F9-04A4-E071-0B1A-D2684AE7FB2E}"/>
          </ac:spMkLst>
        </pc:spChg>
        <pc:spChg chg="del mod">
          <ac:chgData name="Kandyce Jade Smit" userId="01f340e3-43dc-4804-8a45-ef1feb350fda" providerId="ADAL" clId="{2DB762A3-C454-4039-8DDB-02DFD54FD89C}" dt="2025-10-09T09:56:27.005" v="2" actId="478"/>
          <ac:spMkLst>
            <pc:docMk/>
            <pc:sldMk cId="3079509142" sldId="257"/>
            <ac:spMk id="3" creationId="{D518C639-0619-23C4-CB0C-D841DC4115AD}"/>
          </ac:spMkLst>
        </pc:spChg>
        <pc:spChg chg="add">
          <ac:chgData name="Kandyce Jade Smit" userId="01f340e3-43dc-4804-8a45-ef1feb350fda" providerId="ADAL" clId="{2DB762A3-C454-4039-8DDB-02DFD54FD89C}" dt="2025-10-09T09:58:35.853" v="8" actId="26606"/>
          <ac:spMkLst>
            <pc:docMk/>
            <pc:sldMk cId="3079509142" sldId="257"/>
            <ac:spMk id="12" creationId="{C497725C-6431-496A-B11C-691354780DCD}"/>
          </ac:spMkLst>
        </pc:spChg>
        <pc:spChg chg="add">
          <ac:chgData name="Kandyce Jade Smit" userId="01f340e3-43dc-4804-8a45-ef1feb350fda" providerId="ADAL" clId="{2DB762A3-C454-4039-8DDB-02DFD54FD89C}" dt="2025-10-09T09:58:35.853" v="8" actId="26606"/>
          <ac:spMkLst>
            <pc:docMk/>
            <pc:sldMk cId="3079509142" sldId="257"/>
            <ac:spMk id="19" creationId="{B81933D1-5615-42C7-9C0B-4EB7105CCE2D}"/>
          </ac:spMkLst>
        </pc:spChg>
        <pc:spChg chg="add">
          <ac:chgData name="Kandyce Jade Smit" userId="01f340e3-43dc-4804-8a45-ef1feb350fda" providerId="ADAL" clId="{2DB762A3-C454-4039-8DDB-02DFD54FD89C}" dt="2025-10-09T09:58:35.853" v="8" actId="26606"/>
          <ac:spMkLst>
            <pc:docMk/>
            <pc:sldMk cId="3079509142" sldId="257"/>
            <ac:spMk id="21" creationId="{B089A89A-1E9C-4761-9DFF-53C275FBF870}"/>
          </ac:spMkLst>
        </pc:spChg>
        <pc:spChg chg="add">
          <ac:chgData name="Kandyce Jade Smit" userId="01f340e3-43dc-4804-8a45-ef1feb350fda" providerId="ADAL" clId="{2DB762A3-C454-4039-8DDB-02DFD54FD89C}" dt="2025-10-09T09:58:35.853" v="8" actId="26606"/>
          <ac:spMkLst>
            <pc:docMk/>
            <pc:sldMk cId="3079509142" sldId="257"/>
            <ac:spMk id="23" creationId="{19C9EAEA-39D0-4B0E-A0EB-51E7B26740B1}"/>
          </ac:spMkLst>
        </pc:spChg>
        <pc:grpChg chg="add">
          <ac:chgData name="Kandyce Jade Smit" userId="01f340e3-43dc-4804-8a45-ef1feb350fda" providerId="ADAL" clId="{2DB762A3-C454-4039-8DDB-02DFD54FD89C}" dt="2025-10-09T09:58:35.853" v="8" actId="26606"/>
          <ac:grpSpMkLst>
            <pc:docMk/>
            <pc:sldMk cId="3079509142" sldId="257"/>
            <ac:grpSpMk id="14" creationId="{032D8612-31EB-44CF-A1D0-14FD4C705424}"/>
          </ac:grpSpMkLst>
        </pc:grpChg>
        <pc:picChg chg="add mod ord">
          <ac:chgData name="Kandyce Jade Smit" userId="01f340e3-43dc-4804-8a45-ef1feb350fda" providerId="ADAL" clId="{2DB762A3-C454-4039-8DDB-02DFD54FD89C}" dt="2025-10-09T09:58:35.853" v="8" actId="26606"/>
          <ac:picMkLst>
            <pc:docMk/>
            <pc:sldMk cId="3079509142" sldId="257"/>
            <ac:picMk id="5" creationId="{C7025C1C-326E-A458-2E6E-4EC3887E39FB}"/>
          </ac:picMkLst>
        </pc:picChg>
        <pc:picChg chg="add mod">
          <ac:chgData name="Kandyce Jade Smit" userId="01f340e3-43dc-4804-8a45-ef1feb350fda" providerId="ADAL" clId="{2DB762A3-C454-4039-8DDB-02DFD54FD89C}" dt="2025-10-09T09:58:35.853" v="8" actId="26606"/>
          <ac:picMkLst>
            <pc:docMk/>
            <pc:sldMk cId="3079509142" sldId="257"/>
            <ac:picMk id="7" creationId="{336C5E5C-DF41-64EA-DD7E-CA30F4BC3DB2}"/>
          </ac:picMkLst>
        </pc:picChg>
      </pc:sldChg>
      <pc:sldChg chg="addSp delSp modSp new mod setBg">
        <pc:chgData name="Kandyce Jade Smit" userId="01f340e3-43dc-4804-8a45-ef1feb350fda" providerId="ADAL" clId="{2DB762A3-C454-4039-8DDB-02DFD54FD89C}" dt="2025-10-09T10:58:02.408" v="488" actId="1076"/>
        <pc:sldMkLst>
          <pc:docMk/>
          <pc:sldMk cId="867353968" sldId="258"/>
        </pc:sldMkLst>
        <pc:spChg chg="mod">
          <ac:chgData name="Kandyce Jade Smit" userId="01f340e3-43dc-4804-8a45-ef1feb350fda" providerId="ADAL" clId="{2DB762A3-C454-4039-8DDB-02DFD54FD89C}" dt="2025-10-09T10:54:00.188" v="394" actId="1076"/>
          <ac:spMkLst>
            <pc:docMk/>
            <pc:sldMk cId="867353968" sldId="258"/>
            <ac:spMk id="2" creationId="{FF2B35C2-5224-2C42-9115-A0A00BAD0086}"/>
          </ac:spMkLst>
        </pc:spChg>
        <pc:spChg chg="del mod">
          <ac:chgData name="Kandyce Jade Smit" userId="01f340e3-43dc-4804-8a45-ef1feb350fda" providerId="ADAL" clId="{2DB762A3-C454-4039-8DDB-02DFD54FD89C}" dt="2025-10-09T10:03:57.778" v="65" actId="931"/>
          <ac:spMkLst>
            <pc:docMk/>
            <pc:sldMk cId="867353968" sldId="258"/>
            <ac:spMk id="3" creationId="{4EC5010D-12A2-E2B6-3CA6-E5FEE3A0E615}"/>
          </ac:spMkLst>
        </pc:spChg>
        <pc:spChg chg="add mod">
          <ac:chgData name="Kandyce Jade Smit" userId="01f340e3-43dc-4804-8a45-ef1feb350fda" providerId="ADAL" clId="{2DB762A3-C454-4039-8DDB-02DFD54FD89C}" dt="2025-10-09T10:58:02.408" v="488" actId="1076"/>
          <ac:spMkLst>
            <pc:docMk/>
            <pc:sldMk cId="867353968" sldId="258"/>
            <ac:spMk id="11" creationId="{1614010B-96DF-AA43-AE8B-4724689ABFC7}"/>
          </ac:spMkLst>
        </pc:spChg>
        <pc:spChg chg="add del mod">
          <ac:chgData name="Kandyce Jade Smit" userId="01f340e3-43dc-4804-8a45-ef1feb350fda" providerId="ADAL" clId="{2DB762A3-C454-4039-8DDB-02DFD54FD89C}" dt="2025-10-09T10:04:58.959" v="77" actId="478"/>
          <ac:spMkLst>
            <pc:docMk/>
            <pc:sldMk cId="867353968" sldId="258"/>
            <ac:spMk id="13" creationId="{422AF55E-AA84-BB29-666B-5BB8D68A1715}"/>
          </ac:spMkLst>
        </pc:spChg>
        <pc:spChg chg="add">
          <ac:chgData name="Kandyce Jade Smit" userId="01f340e3-43dc-4804-8a45-ef1feb350fda" providerId="ADAL" clId="{2DB762A3-C454-4039-8DDB-02DFD54FD89C}" dt="2025-10-09T10:04:36.197" v="74" actId="26606"/>
          <ac:spMkLst>
            <pc:docMk/>
            <pc:sldMk cId="867353968" sldId="258"/>
            <ac:spMk id="18" creationId="{136A4AB6-B72B-4CC6-ADCF-BE807B6C3D71}"/>
          </ac:spMkLst>
        </pc:spChg>
        <pc:spChg chg="add">
          <ac:chgData name="Kandyce Jade Smit" userId="01f340e3-43dc-4804-8a45-ef1feb350fda" providerId="ADAL" clId="{2DB762A3-C454-4039-8DDB-02DFD54FD89C}" dt="2025-10-09T10:04:36.197" v="74" actId="26606"/>
          <ac:spMkLst>
            <pc:docMk/>
            <pc:sldMk cId="867353968" sldId="258"/>
            <ac:spMk id="19" creationId="{5EBC18B6-E5C3-4AD1-97A4-E6A3477A0BB9}"/>
          </ac:spMkLst>
        </pc:spChg>
        <pc:spChg chg="add">
          <ac:chgData name="Kandyce Jade Smit" userId="01f340e3-43dc-4804-8a45-ef1feb350fda" providerId="ADAL" clId="{2DB762A3-C454-4039-8DDB-02DFD54FD89C}" dt="2025-10-09T10:04:36.197" v="74" actId="26606"/>
          <ac:spMkLst>
            <pc:docMk/>
            <pc:sldMk cId="867353968" sldId="258"/>
            <ac:spMk id="20" creationId="{B35D540D-9486-4236-952A-F72DC52D79BF}"/>
          </ac:spMkLst>
        </pc:spChg>
        <pc:picChg chg="add mod">
          <ac:chgData name="Kandyce Jade Smit" userId="01f340e3-43dc-4804-8a45-ef1feb350fda" providerId="ADAL" clId="{2DB762A3-C454-4039-8DDB-02DFD54FD89C}" dt="2025-10-09T10:04:36.197" v="74" actId="26606"/>
          <ac:picMkLst>
            <pc:docMk/>
            <pc:sldMk cId="867353968" sldId="258"/>
            <ac:picMk id="5" creationId="{1A9675D3-8594-4B75-FBDC-E82E926AE38B}"/>
          </ac:picMkLst>
        </pc:picChg>
        <pc:picChg chg="add mod ord">
          <ac:chgData name="Kandyce Jade Smit" userId="01f340e3-43dc-4804-8a45-ef1feb350fda" providerId="ADAL" clId="{2DB762A3-C454-4039-8DDB-02DFD54FD89C}" dt="2025-10-09T10:04:36.197" v="74" actId="26606"/>
          <ac:picMkLst>
            <pc:docMk/>
            <pc:sldMk cId="867353968" sldId="258"/>
            <ac:picMk id="7" creationId="{BDEFC085-B2D7-3295-AC21-D98E9267716B}"/>
          </ac:picMkLst>
        </pc:picChg>
        <pc:picChg chg="add mod ord">
          <ac:chgData name="Kandyce Jade Smit" userId="01f340e3-43dc-4804-8a45-ef1feb350fda" providerId="ADAL" clId="{2DB762A3-C454-4039-8DDB-02DFD54FD89C}" dt="2025-10-09T10:04:36.197" v="74" actId="26606"/>
          <ac:picMkLst>
            <pc:docMk/>
            <pc:sldMk cId="867353968" sldId="258"/>
            <ac:picMk id="9" creationId="{9CF5E18F-5999-DF0E-D356-31BFECDDE4DE}"/>
          </ac:picMkLst>
        </pc:picChg>
        <pc:cxnChg chg="add del">
          <ac:chgData name="Kandyce Jade Smit" userId="01f340e3-43dc-4804-8a45-ef1feb350fda" providerId="ADAL" clId="{2DB762A3-C454-4039-8DDB-02DFD54FD89C}" dt="2025-10-09T10:04:36.186" v="73" actId="26606"/>
          <ac:cxnSpMkLst>
            <pc:docMk/>
            <pc:sldMk cId="867353968" sldId="258"/>
            <ac:cxnSpMk id="14" creationId="{192712F8-36FA-35DF-0CE8-4098D93322A3}"/>
          </ac:cxnSpMkLst>
        </pc:cxnChg>
        <pc:cxnChg chg="add del">
          <ac:chgData name="Kandyce Jade Smit" userId="01f340e3-43dc-4804-8a45-ef1feb350fda" providerId="ADAL" clId="{2DB762A3-C454-4039-8DDB-02DFD54FD89C}" dt="2025-10-09T10:04:36.186" v="73" actId="26606"/>
          <ac:cxnSpMkLst>
            <pc:docMk/>
            <pc:sldMk cId="867353968" sldId="258"/>
            <ac:cxnSpMk id="16" creationId="{AF9469B9-6468-5B6A-E832-8D4590388432}"/>
          </ac:cxnSpMkLst>
        </pc:cxnChg>
      </pc:sldChg>
      <pc:sldChg chg="addSp delSp modSp new mod setBg">
        <pc:chgData name="Kandyce Jade Smit" userId="01f340e3-43dc-4804-8a45-ef1feb350fda" providerId="ADAL" clId="{2DB762A3-C454-4039-8DDB-02DFD54FD89C}" dt="2025-10-09T10:46:15.567" v="393" actId="113"/>
        <pc:sldMkLst>
          <pc:docMk/>
          <pc:sldMk cId="3654521316" sldId="259"/>
        </pc:sldMkLst>
        <pc:spChg chg="del mod">
          <ac:chgData name="Kandyce Jade Smit" userId="01f340e3-43dc-4804-8a45-ef1feb350fda" providerId="ADAL" clId="{2DB762A3-C454-4039-8DDB-02DFD54FD89C}" dt="2025-10-09T10:39:14.912" v="165" actId="26606"/>
          <ac:spMkLst>
            <pc:docMk/>
            <pc:sldMk cId="3654521316" sldId="259"/>
            <ac:spMk id="2" creationId="{D04FADE1-A07E-DC4A-5F25-DE1D4E3DC419}"/>
          </ac:spMkLst>
        </pc:spChg>
        <pc:spChg chg="del">
          <ac:chgData name="Kandyce Jade Smit" userId="01f340e3-43dc-4804-8a45-ef1feb350fda" providerId="ADAL" clId="{2DB762A3-C454-4039-8DDB-02DFD54FD89C}" dt="2025-10-09T10:38:58.945" v="162" actId="931"/>
          <ac:spMkLst>
            <pc:docMk/>
            <pc:sldMk cId="3654521316" sldId="259"/>
            <ac:spMk id="3" creationId="{53206F9B-E8F3-6011-B165-39F26285340A}"/>
          </ac:spMkLst>
        </pc:spChg>
        <pc:spChg chg="add mod">
          <ac:chgData name="Kandyce Jade Smit" userId="01f340e3-43dc-4804-8a45-ef1feb350fda" providerId="ADAL" clId="{2DB762A3-C454-4039-8DDB-02DFD54FD89C}" dt="2025-10-09T10:42:33.838" v="275" actId="1076"/>
          <ac:spMkLst>
            <pc:docMk/>
            <pc:sldMk cId="3654521316" sldId="259"/>
            <ac:spMk id="7" creationId="{E468C1B5-0148-F576-940B-6B7CD1B4D4C5}"/>
          </ac:spMkLst>
        </pc:spChg>
        <pc:spChg chg="add mod">
          <ac:chgData name="Kandyce Jade Smit" userId="01f340e3-43dc-4804-8a45-ef1feb350fda" providerId="ADAL" clId="{2DB762A3-C454-4039-8DDB-02DFD54FD89C}" dt="2025-10-09T10:46:15.567" v="393" actId="113"/>
          <ac:spMkLst>
            <pc:docMk/>
            <pc:sldMk cId="3654521316" sldId="259"/>
            <ac:spMk id="9" creationId="{CF05BE5C-4041-743C-4724-351E464305AF}"/>
          </ac:spMkLst>
        </pc:spChg>
        <pc:spChg chg="add">
          <ac:chgData name="Kandyce Jade Smit" userId="01f340e3-43dc-4804-8a45-ef1feb350fda" providerId="ADAL" clId="{2DB762A3-C454-4039-8DDB-02DFD54FD89C}" dt="2025-10-09T10:39:14.912" v="165" actId="26606"/>
          <ac:spMkLst>
            <pc:docMk/>
            <pc:sldMk cId="3654521316" sldId="259"/>
            <ac:spMk id="10" creationId="{F3060C83-F051-4F0E-ABAD-AA0DFC48B218}"/>
          </ac:spMkLst>
        </pc:spChg>
        <pc:spChg chg="add">
          <ac:chgData name="Kandyce Jade Smit" userId="01f340e3-43dc-4804-8a45-ef1feb350fda" providerId="ADAL" clId="{2DB762A3-C454-4039-8DDB-02DFD54FD89C}" dt="2025-10-09T10:39:14.912" v="165" actId="26606"/>
          <ac:spMkLst>
            <pc:docMk/>
            <pc:sldMk cId="3654521316" sldId="259"/>
            <ac:spMk id="12" creationId="{83C98ABE-055B-441F-B07E-44F97F083C39}"/>
          </ac:spMkLst>
        </pc:spChg>
        <pc:spChg chg="add mod">
          <ac:chgData name="Kandyce Jade Smit" userId="01f340e3-43dc-4804-8a45-ef1feb350fda" providerId="ADAL" clId="{2DB762A3-C454-4039-8DDB-02DFD54FD89C}" dt="2025-10-09T10:43:20.165" v="321" actId="1076"/>
          <ac:spMkLst>
            <pc:docMk/>
            <pc:sldMk cId="3654521316" sldId="259"/>
            <ac:spMk id="13" creationId="{EC4865B3-10C2-D25B-101D-CD3B4781FEC8}"/>
          </ac:spMkLst>
        </pc:spChg>
        <pc:spChg chg="add">
          <ac:chgData name="Kandyce Jade Smit" userId="01f340e3-43dc-4804-8a45-ef1feb350fda" providerId="ADAL" clId="{2DB762A3-C454-4039-8DDB-02DFD54FD89C}" dt="2025-10-09T10:39:14.912" v="165" actId="26606"/>
          <ac:spMkLst>
            <pc:docMk/>
            <pc:sldMk cId="3654521316" sldId="259"/>
            <ac:spMk id="14" creationId="{29FDB030-9B49-4CED-8CCD-4D99382388AC}"/>
          </ac:spMkLst>
        </pc:spChg>
        <pc:spChg chg="add">
          <ac:chgData name="Kandyce Jade Smit" userId="01f340e3-43dc-4804-8a45-ef1feb350fda" providerId="ADAL" clId="{2DB762A3-C454-4039-8DDB-02DFD54FD89C}" dt="2025-10-09T10:39:14.912" v="165" actId="26606"/>
          <ac:spMkLst>
            <pc:docMk/>
            <pc:sldMk cId="3654521316" sldId="259"/>
            <ac:spMk id="16" creationId="{3783CA14-24A1-485C-8B30-D6A5D87987AD}"/>
          </ac:spMkLst>
        </pc:spChg>
        <pc:spChg chg="add mod">
          <ac:chgData name="Kandyce Jade Smit" userId="01f340e3-43dc-4804-8a45-ef1feb350fda" providerId="ADAL" clId="{2DB762A3-C454-4039-8DDB-02DFD54FD89C}" dt="2025-10-09T10:46:08.952" v="391"/>
          <ac:spMkLst>
            <pc:docMk/>
            <pc:sldMk cId="3654521316" sldId="259"/>
            <ac:spMk id="17" creationId="{D73E2EEB-E119-34BE-94FF-A9C3B7EFF5D7}"/>
          </ac:spMkLst>
        </pc:spChg>
        <pc:spChg chg="add">
          <ac:chgData name="Kandyce Jade Smit" userId="01f340e3-43dc-4804-8a45-ef1feb350fda" providerId="ADAL" clId="{2DB762A3-C454-4039-8DDB-02DFD54FD89C}" dt="2025-10-09T10:39:14.912" v="165" actId="26606"/>
          <ac:spMkLst>
            <pc:docMk/>
            <pc:sldMk cId="3654521316" sldId="259"/>
            <ac:spMk id="18" creationId="{9A97C86A-04D6-40F7-AE84-31AB43E6A846}"/>
          </ac:spMkLst>
        </pc:spChg>
        <pc:spChg chg="add">
          <ac:chgData name="Kandyce Jade Smit" userId="01f340e3-43dc-4804-8a45-ef1feb350fda" providerId="ADAL" clId="{2DB762A3-C454-4039-8DDB-02DFD54FD89C}" dt="2025-10-09T10:39:14.912" v="165" actId="26606"/>
          <ac:spMkLst>
            <pc:docMk/>
            <pc:sldMk cId="3654521316" sldId="259"/>
            <ac:spMk id="20" creationId="{FF9F2414-84E8-453E-B1F3-389FDE8192D9}"/>
          </ac:spMkLst>
        </pc:spChg>
        <pc:spChg chg="add">
          <ac:chgData name="Kandyce Jade Smit" userId="01f340e3-43dc-4804-8a45-ef1feb350fda" providerId="ADAL" clId="{2DB762A3-C454-4039-8DDB-02DFD54FD89C}" dt="2025-10-09T10:39:14.912" v="165" actId="26606"/>
          <ac:spMkLst>
            <pc:docMk/>
            <pc:sldMk cId="3654521316" sldId="259"/>
            <ac:spMk id="22" creationId="{3ECA69A1-7536-43AC-85EF-C7106179F5ED}"/>
          </ac:spMkLst>
        </pc:spChg>
        <pc:picChg chg="add mod">
          <ac:chgData name="Kandyce Jade Smit" userId="01f340e3-43dc-4804-8a45-ef1feb350fda" providerId="ADAL" clId="{2DB762A3-C454-4039-8DDB-02DFD54FD89C}" dt="2025-10-09T10:39:14.912" v="165" actId="26606"/>
          <ac:picMkLst>
            <pc:docMk/>
            <pc:sldMk cId="3654521316" sldId="259"/>
            <ac:picMk id="5" creationId="{F608F81F-6F84-D256-0D31-B3BC77404909}"/>
          </ac:picMkLst>
        </pc:picChg>
      </pc:sldChg>
      <pc:sldChg chg="addSp modSp new mod ord setBg">
        <pc:chgData name="Kandyce Jade Smit" userId="01f340e3-43dc-4804-8a45-ef1feb350fda" providerId="ADAL" clId="{2DB762A3-C454-4039-8DDB-02DFD54FD89C}" dt="2025-10-09T17:34:45.278" v="594"/>
        <pc:sldMkLst>
          <pc:docMk/>
          <pc:sldMk cId="4054483041" sldId="260"/>
        </pc:sldMkLst>
        <pc:spChg chg="add mod">
          <ac:chgData name="Kandyce Jade Smit" userId="01f340e3-43dc-4804-8a45-ef1feb350fda" providerId="ADAL" clId="{2DB762A3-C454-4039-8DDB-02DFD54FD89C}" dt="2025-10-09T17:34:45.278" v="594"/>
          <ac:spMkLst>
            <pc:docMk/>
            <pc:sldMk cId="4054483041" sldId="260"/>
            <ac:spMk id="7" creationId="{0E53D718-22AE-4E7A-F32E-82AE316576A2}"/>
          </ac:spMkLst>
        </pc:spChg>
        <pc:picChg chg="add mod">
          <ac:chgData name="Kandyce Jade Smit" userId="01f340e3-43dc-4804-8a45-ef1feb350fda" providerId="ADAL" clId="{2DB762A3-C454-4039-8DDB-02DFD54FD89C}" dt="2025-10-09T11:37:20.798" v="553" actId="1076"/>
          <ac:picMkLst>
            <pc:docMk/>
            <pc:sldMk cId="4054483041" sldId="260"/>
            <ac:picMk id="3" creationId="{5AFE3BEF-FADD-B796-D988-0ED6E1153736}"/>
          </ac:picMkLst>
        </pc:picChg>
        <pc:picChg chg="add mod">
          <ac:chgData name="Kandyce Jade Smit" userId="01f340e3-43dc-4804-8a45-ef1feb350fda" providerId="ADAL" clId="{2DB762A3-C454-4039-8DDB-02DFD54FD89C}" dt="2025-10-09T11:35:54.416" v="497" actId="26606"/>
          <ac:picMkLst>
            <pc:docMk/>
            <pc:sldMk cId="4054483041" sldId="260"/>
            <ac:picMk id="5" creationId="{E7988583-1C48-A120-42AD-28E58214183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2D6AF-6E27-67A8-451A-F29B25884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A841F9-EFEB-FA9E-DCC3-56BEEDF68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FCFF7-A6EA-7C13-A1E9-98F5EDB82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E226-0488-49F8-9B40-193D4AE75BFE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67F6C-BDD0-C076-1398-33F3F6B15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54820-1F5C-307D-C14C-34A03FD36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54AC-D977-47A9-BC87-672C78C21C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687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F58AB-F485-79BE-7583-5A83BC8F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677EC-9737-2C8D-770B-ABAF02FBE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BEC55-BA14-9D0E-2252-850ABB27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E226-0488-49F8-9B40-193D4AE75BFE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33F63-9738-B031-B968-F01778F55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EC333-0765-DDEF-E279-79EBDB024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54AC-D977-47A9-BC87-672C78C21C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1270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4F87-FFEC-A3C1-0019-31A92509C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99D641-95AD-4EC8-ED36-D4C306F22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0EF61-188C-3E1E-65E6-336A5D33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E226-0488-49F8-9B40-193D4AE75BFE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A94F1-CA80-465F-25C3-6EE784F30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3E42E-0328-0D12-F515-9E1786682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54AC-D977-47A9-BC87-672C78C21C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67312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DE951-81E1-118D-2C33-778CF9059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AA8C9-968F-1B7D-2B66-DE7B42F96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38D15-03EC-5815-A0D7-6FA4A58DA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AA6FB-5449-6F3C-E928-95A52D78B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E226-0488-49F8-9B40-193D4AE75BFE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A13799-A587-256C-1ADE-C395C049B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F047-9690-7E50-4DCF-E7A7D302C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54AC-D977-47A9-BC87-672C78C21C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9301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9416C-7EB7-4013-9543-CB1DAE3E1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C2DEA-AEC8-B29C-27B1-F1210E535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9E9FA-2A0F-528F-618C-EB62E43DE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F9D558-1B97-2046-1A13-003BACD08B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145F4A-8C58-3BAB-5394-BDABD3102F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F9246C-6FBD-5F1C-ACB5-FE960EE6E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E226-0488-49F8-9B40-193D4AE75BFE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3D44C-9989-C18E-BEE4-32BEE06A4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8DBDDD-B9D5-A666-246B-132321704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54AC-D977-47A9-BC87-672C78C21C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88984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A266B-3356-9DB2-ACD2-8BF63C9C7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B1B169-F556-31F0-E62F-C1C21F55D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E226-0488-49F8-9B40-193D4AE75BFE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C5BB15-D882-ECE9-0251-F966FD452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73F141-45E0-71D9-E3F2-18F27A9A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54AC-D977-47A9-BC87-672C78C21C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69478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0421C4-0E2E-5FE1-4ED7-D5431868D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E226-0488-49F8-9B40-193D4AE75BFE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02785C-78A3-E577-24A4-FF17104FD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7925A-0186-74C1-5664-F44A34B8C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54AC-D977-47A9-BC87-672C78C21C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9305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F75E9-1CFC-C8AA-1E7C-DF9469FE8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A202A-60AE-AEF0-A19D-CDCF64E47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1CEF7B-AB5A-5277-6F95-72AD95A8A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D37A2-93F6-D80F-ABFC-EDB3054A4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E226-0488-49F8-9B40-193D4AE75BFE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62FEF-D63B-441A-3E7F-6C8989C44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1B9CB-1E4C-C469-19BF-46ACD282F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54AC-D977-47A9-BC87-672C78C21C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6913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76D94-F525-E930-B40F-5FD1DFE0E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CDCCC5-0719-46BA-B429-AD0B399268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8D17F-052E-A510-EBB2-26E7218AF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8863F-3764-B38A-B251-06476E1A3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E226-0488-49F8-9B40-193D4AE75BFE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70056-204D-ACDB-335D-C490D09EC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2FDCD-6437-93B1-F638-B145794E3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54AC-D977-47A9-BC87-672C78C21C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44952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BB69C-4EF8-D39A-B33E-5B135E08B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3C6505-5E78-98AE-A172-488ACC99FB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95BE5-2829-B544-7F80-0AB9026F6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E226-0488-49F8-9B40-193D4AE75BFE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676B1-A20F-ABBD-BD83-7253B1D63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7E152-A2AA-7389-8F34-8BE49B9B9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54AC-D977-47A9-BC87-672C78C21C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851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C26169-B0C5-4CDC-8144-9AE563C07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A98F08-DB7E-3664-16BC-39B504866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123A7-EA4E-CC7F-FE31-D1549365B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8E226-0488-49F8-9B40-193D4AE75BFE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142454-D882-461C-6469-B553E4449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44CBA-A797-8EEC-CD14-E8E9435BD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54AC-D977-47A9-BC87-672C78C21C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3341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9CA346-A691-96C0-208E-67BFA5AD9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45953E-EF43-B140-582B-91BC387E1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D3A5C-6183-D020-616F-2A44E6F633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F8E226-0488-49F8-9B40-193D4AE75BFE}" type="datetimeFigureOut">
              <a:rPr lang="en-ZA" smtClean="0"/>
              <a:t>2025/10/09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EEF04-B641-CF5E-A9EC-3CF23C6BA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554E2D-A6AE-07F6-803C-8F585B707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054AC-D977-47A9-BC87-672C78C21CD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3646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figma.com/community/file/1232771848030366872" TargetMode="External"/><Relationship Id="rId4" Type="http://schemas.openxmlformats.org/officeDocument/2006/relationships/hyperlink" Target="https://www.stickpng.com/img/icons-logos-emojis/tech-companies/figma-logo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hyperlink" Target="https://www.vrogue.co/post/how-to-install-and-setup-flutter-for-app-development-on-windows-part-1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lockchainsimplified.com/blog/is-react-native-the-best-framework-for-cross-platform-mobile-development/" TargetMode="External"/><Relationship Id="rId2" Type="http://schemas.openxmlformats.org/officeDocument/2006/relationships/hyperlink" Target="https://viitorcloud.com/blog/10-reasons-to-use-react-native-framework-for-mobile-app-development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tenten.vn/tin-tuc/google-maps-api/" TargetMode="External"/><Relationship Id="rId7" Type="http://schemas.openxmlformats.org/officeDocument/2006/relationships/image" Target="../media/image9.png"/><Relationship Id="rId2" Type="http://schemas.openxmlformats.org/officeDocument/2006/relationships/hyperlink" Target="https://innovationm.com/blog/firebase-authentication-in-ios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kms-solutions.asia/blogs/payment-gateways-main-types-and-example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igma.com/design/5AI5eqNbYdhCMijsStH4GS/Coffee-App-Prototype?node-id=0-1&amp;t=cINJIPL8XNTEUjSW-0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blue and red circles&#10;&#10;AI-generated content may be incorrect.">
            <a:extLst>
              <a:ext uri="{FF2B5EF4-FFF2-40B4-BE49-F238E27FC236}">
                <a16:creationId xmlns:a16="http://schemas.microsoft.com/office/drawing/2014/main" id="{5AFE3BEF-FADD-B796-D988-0ED6E1153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42" y="552586"/>
            <a:ext cx="5291666" cy="2645833"/>
          </a:xfrm>
          <a:prstGeom prst="rect">
            <a:avLst/>
          </a:prstGeom>
        </p:spPr>
      </p:pic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E7988583-1C48-A120-42AD-28E582141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2106083"/>
            <a:ext cx="5291667" cy="26458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53D718-22AE-4E7A-F32E-82AE316576A2}"/>
              </a:ext>
            </a:extLst>
          </p:cNvPr>
          <p:cNvSpPr txBox="1"/>
          <p:nvPr/>
        </p:nvSpPr>
        <p:spPr>
          <a:xfrm>
            <a:off x="368164" y="3874753"/>
            <a:ext cx="60943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b="1" u="sng" dirty="0"/>
              <a:t>Images Adapted From: </a:t>
            </a:r>
          </a:p>
          <a:p>
            <a:endParaRPr lang="en-ZA" dirty="0"/>
          </a:p>
          <a:p>
            <a:r>
              <a:rPr lang="en-ZA" dirty="0"/>
              <a:t>Stick PNG - </a:t>
            </a:r>
            <a:r>
              <a:rPr lang="en-ZA" dirty="0">
                <a:hlinkClick r:id="rId4"/>
              </a:rPr>
              <a:t>https://www.stickpng.com/img/icons-logos-emojis/tech-companies/figma-logo</a:t>
            </a:r>
            <a:r>
              <a:rPr lang="en-ZA" dirty="0"/>
              <a:t> </a:t>
            </a:r>
          </a:p>
          <a:p>
            <a:endParaRPr lang="en-ZA" dirty="0"/>
          </a:p>
          <a:p>
            <a:r>
              <a:rPr lang="en-ZA" dirty="0"/>
              <a:t>Figma - </a:t>
            </a:r>
            <a:r>
              <a:rPr lang="en-ZA" dirty="0">
                <a:hlinkClick r:id="rId5"/>
              </a:rPr>
              <a:t>Mobile APP Prototype | Figma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54483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97725C-6431-496A-B11C-691354780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9099CE-3E33-A3EC-D925-E7AC1653FF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809" y="1016076"/>
            <a:ext cx="4900143" cy="1709849"/>
          </a:xfrm>
        </p:spPr>
        <p:txBody>
          <a:bodyPr anchor="b">
            <a:normAutofit/>
          </a:bodyPr>
          <a:lstStyle/>
          <a:p>
            <a:pPr algn="l"/>
            <a:r>
              <a:rPr lang="en-ZA" sz="2000" dirty="0"/>
              <a:t>Images Adapted From:</a:t>
            </a:r>
            <a:br>
              <a:rPr lang="en-ZA" sz="2000" dirty="0"/>
            </a:br>
            <a:endParaRPr lang="en-ZA" sz="2000" dirty="0"/>
          </a:p>
          <a:p>
            <a:pPr algn="l"/>
            <a:r>
              <a:rPr lang="en-ZA" sz="2000" dirty="0" err="1"/>
              <a:t>Vrogue</a:t>
            </a:r>
            <a:r>
              <a:rPr lang="en-ZA" sz="2000" dirty="0"/>
              <a:t> - </a:t>
            </a:r>
            <a:r>
              <a:rPr lang="en-US" sz="2000" dirty="0">
                <a:hlinkClick r:id="rId2"/>
              </a:rPr>
              <a:t>How To Install And Setup Flutter For App Development On Wind</a:t>
            </a:r>
            <a:endParaRPr lang="en-ZA" sz="20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04803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89A89A-1E9C-4761-9DFF-53C275FBF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257770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cellphone with a logo on the screen&#10;&#10;AI-generated content may be incorrect.">
            <a:extLst>
              <a:ext uri="{FF2B5EF4-FFF2-40B4-BE49-F238E27FC236}">
                <a16:creationId xmlns:a16="http://schemas.microsoft.com/office/drawing/2014/main" id="{BAF87EBB-F8B8-710D-3356-2A95407A25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99" b="1"/>
          <a:stretch>
            <a:fillRect/>
          </a:stretch>
        </p:blipFill>
        <p:spPr>
          <a:xfrm>
            <a:off x="7114162" y="471748"/>
            <a:ext cx="4324849" cy="2552007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3462252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B24DDA8D-D665-2EEF-1A33-4917F45067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4" r="1580" b="-3"/>
          <a:stretch>
            <a:fillRect/>
          </a:stretch>
        </p:blipFill>
        <p:spPr>
          <a:xfrm>
            <a:off x="7114162" y="3676230"/>
            <a:ext cx="4324849" cy="255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789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97725C-6431-496A-B11C-691354780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5159F9-04A4-E071-0B1A-D2684AE7F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3023754"/>
            <a:ext cx="4900144" cy="273696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2000" dirty="0">
                <a:latin typeface="+mn-lt"/>
                <a:ea typeface="+mn-ea"/>
                <a:cs typeface="+mn-cs"/>
              </a:rPr>
              <a:t>Images Adapted from:</a:t>
            </a:r>
            <a:br>
              <a:rPr lang="en-US" sz="2000" dirty="0">
                <a:latin typeface="+mn-lt"/>
                <a:ea typeface="+mn-ea"/>
                <a:cs typeface="+mn-cs"/>
              </a:rPr>
            </a:br>
            <a:br>
              <a:rPr lang="en-US" sz="2000" dirty="0">
                <a:latin typeface="+mn-lt"/>
                <a:ea typeface="+mn-ea"/>
                <a:cs typeface="+mn-cs"/>
              </a:rPr>
            </a:br>
            <a:r>
              <a:rPr lang="en-US" sz="2000" dirty="0" err="1">
                <a:latin typeface="+mn-lt"/>
                <a:ea typeface="+mn-ea"/>
                <a:cs typeface="+mn-cs"/>
              </a:rPr>
              <a:t>Viitorcloud</a:t>
            </a:r>
            <a:r>
              <a:rPr lang="en-US" sz="2000" dirty="0">
                <a:latin typeface="+mn-lt"/>
                <a:ea typeface="+mn-ea"/>
                <a:cs typeface="+mn-cs"/>
              </a:rPr>
              <a:t> - </a:t>
            </a:r>
            <a:r>
              <a:rPr lang="en-US" sz="2000" dirty="0">
                <a:hlinkClick r:id="rId2"/>
              </a:rPr>
              <a:t>10 reasons to use react native framework for mobile app development</a:t>
            </a:r>
            <a:br>
              <a:rPr lang="en-US" sz="2000" dirty="0">
                <a:hlinkClick r:id="rId2"/>
              </a:rPr>
            </a:br>
            <a:br>
              <a:rPr lang="en-US" sz="2000" dirty="0">
                <a:hlinkClick r:id="rId2"/>
              </a:rPr>
            </a:br>
            <a:r>
              <a:rPr lang="en-US" sz="2000" dirty="0"/>
              <a:t>Blockchain Simplified - </a:t>
            </a:r>
            <a:r>
              <a:rPr lang="en-US" sz="2000" dirty="0">
                <a:hlinkClick r:id="rId3"/>
              </a:rPr>
              <a:t>Is React Native the Best Framework for Cross Platform Mobile Development? | Blockchain Simplified</a:t>
            </a:r>
            <a:endParaRPr lang="en-US" sz="2000" dirty="0">
              <a:latin typeface="+mn-lt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04803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89A89A-1E9C-4761-9DFF-53C275FBF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257770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hand holding a phone&#10;&#10;AI-generated content may be incorrect.">
            <a:extLst>
              <a:ext uri="{FF2B5EF4-FFF2-40B4-BE49-F238E27FC236}">
                <a16:creationId xmlns:a16="http://schemas.microsoft.com/office/drawing/2014/main" id="{336C5E5C-DF41-64EA-DD7E-CA30F4BC3D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9" r="-1" b="9041"/>
          <a:stretch>
            <a:fillRect/>
          </a:stretch>
        </p:blipFill>
        <p:spPr>
          <a:xfrm>
            <a:off x="7114162" y="471748"/>
            <a:ext cx="4324849" cy="255200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3462252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a blockchain framework&#10;&#10;AI-generated content may be incorrect.">
            <a:extLst>
              <a:ext uri="{FF2B5EF4-FFF2-40B4-BE49-F238E27FC236}">
                <a16:creationId xmlns:a16="http://schemas.microsoft.com/office/drawing/2014/main" id="{C7025C1C-326E-A458-2E6E-4EC3887E39F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5586"/>
          <a:stretch>
            <a:fillRect/>
          </a:stretch>
        </p:blipFill>
        <p:spPr>
          <a:xfrm>
            <a:off x="7114162" y="3676230"/>
            <a:ext cx="4324849" cy="255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509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EBC18B6-E5C3-4AD1-97A4-E6A3477A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2B35C2-5224-2C42-9115-A0A00BAD0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968" y="3904172"/>
            <a:ext cx="6272784" cy="2429059"/>
          </a:xfrm>
        </p:spPr>
        <p:txBody>
          <a:bodyPr anchor="b">
            <a:normAutofit fontScale="90000"/>
          </a:bodyPr>
          <a:lstStyle/>
          <a:p>
            <a:r>
              <a:rPr lang="en-ZA" sz="2000" dirty="0">
                <a:latin typeface="+mn-lt"/>
                <a:ea typeface="+mn-ea"/>
                <a:cs typeface="+mn-cs"/>
              </a:rPr>
              <a:t>Images Adapted From:</a:t>
            </a:r>
            <a:br>
              <a:rPr lang="en-ZA" sz="2000" dirty="0">
                <a:latin typeface="+mn-lt"/>
                <a:ea typeface="+mn-ea"/>
                <a:cs typeface="+mn-cs"/>
              </a:rPr>
            </a:br>
            <a:br>
              <a:rPr lang="en-ZA" sz="2000" dirty="0">
                <a:latin typeface="+mn-lt"/>
                <a:ea typeface="+mn-ea"/>
                <a:cs typeface="+mn-cs"/>
              </a:rPr>
            </a:br>
            <a:r>
              <a:rPr lang="en-ZA" sz="2000" dirty="0">
                <a:latin typeface="+mn-lt"/>
                <a:ea typeface="+mn-ea"/>
                <a:cs typeface="+mn-cs"/>
              </a:rPr>
              <a:t>InnovationM - </a:t>
            </a:r>
            <a:r>
              <a:rPr lang="en-ZA" sz="2000" dirty="0">
                <a:hlinkClick r:id="rId2"/>
              </a:rPr>
              <a:t>Firebase Authentication in iOS - InnovationM Blog</a:t>
            </a:r>
            <a:br>
              <a:rPr lang="en-ZA" sz="2000" dirty="0"/>
            </a:br>
            <a:br>
              <a:rPr lang="en-ZA" sz="2000" dirty="0"/>
            </a:br>
            <a:r>
              <a:rPr lang="en-ZA" sz="2000" dirty="0"/>
              <a:t>TenTen.vn - </a:t>
            </a:r>
            <a:r>
              <a:rPr lang="vi-VN" sz="2000" dirty="0">
                <a:hlinkClick r:id="rId3"/>
              </a:rPr>
              <a:t>Google Maps API là gì? 04 bước tạo Google Maps API</a:t>
            </a:r>
            <a:br>
              <a:rPr lang="en-ZA" sz="2000" dirty="0"/>
            </a:br>
            <a:br>
              <a:rPr lang="en-ZA" sz="2000" dirty="0"/>
            </a:br>
            <a:r>
              <a:rPr lang="en-ZA" sz="2000" dirty="0"/>
              <a:t>KMS Solutions - </a:t>
            </a:r>
            <a:r>
              <a:rPr lang="en-US" sz="2000" dirty="0">
                <a:hlinkClick r:id="rId4"/>
              </a:rPr>
              <a:t>Payment Gateways: Main Types, How They Work and Examples</a:t>
            </a:r>
            <a:endParaRPr lang="en-ZA" sz="2000" dirty="0">
              <a:latin typeface="+mn-lt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36A4AB6-B72B-4CC6-ADCF-BE807B6C3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screen shot of a phone&#10;&#10;AI-generated content may be incorrect.">
            <a:extLst>
              <a:ext uri="{FF2B5EF4-FFF2-40B4-BE49-F238E27FC236}">
                <a16:creationId xmlns:a16="http://schemas.microsoft.com/office/drawing/2014/main" id="{1A9675D3-8594-4B75-FBDC-E82E926AE3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58"/>
          <a:stretch>
            <a:fillRect/>
          </a:stretch>
        </p:blipFill>
        <p:spPr>
          <a:xfrm>
            <a:off x="7684008" y="1"/>
            <a:ext cx="4507992" cy="224028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B35D540D-9486-4236-952A-F72DC52D7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A group of maps on a black background&#10;&#10;AI-generated content may be incorrect.">
            <a:extLst>
              <a:ext uri="{FF2B5EF4-FFF2-40B4-BE49-F238E27FC236}">
                <a16:creationId xmlns:a16="http://schemas.microsoft.com/office/drawing/2014/main" id="{9CF5E18F-5999-DF0E-D356-31BFECDDE4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74"/>
          <a:stretch>
            <a:fillRect/>
          </a:stretch>
        </p:blipFill>
        <p:spPr>
          <a:xfrm>
            <a:off x="7684008" y="2308860"/>
            <a:ext cx="4507992" cy="2240280"/>
          </a:xfrm>
          <a:prstGeom prst="rect">
            <a:avLst/>
          </a:prstGeom>
        </p:spPr>
      </p:pic>
      <p:pic>
        <p:nvPicPr>
          <p:cNvPr id="7" name="Picture 6" descr="A blue screen with icons and text&#10;&#10;AI-generated content may be incorrect.">
            <a:extLst>
              <a:ext uri="{FF2B5EF4-FFF2-40B4-BE49-F238E27FC236}">
                <a16:creationId xmlns:a16="http://schemas.microsoft.com/office/drawing/2014/main" id="{BDEFC085-B2D7-3295-AC21-D98E926771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550"/>
          <a:stretch>
            <a:fillRect/>
          </a:stretch>
        </p:blipFill>
        <p:spPr>
          <a:xfrm>
            <a:off x="7684008" y="4617720"/>
            <a:ext cx="4507992" cy="22402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614010B-96DF-AA43-AE8B-4724689ABFC7}"/>
              </a:ext>
            </a:extLst>
          </p:cNvPr>
          <p:cNvSpPr txBox="1"/>
          <p:nvPr/>
        </p:nvSpPr>
        <p:spPr>
          <a:xfrm>
            <a:off x="1325880" y="252053"/>
            <a:ext cx="60960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b="1" u="sng" dirty="0" err="1">
                <a:solidFill>
                  <a:srgbClr val="FFFF00"/>
                </a:solidFill>
              </a:rPr>
              <a:t>BackEnd</a:t>
            </a:r>
            <a:r>
              <a:rPr lang="en-ZA" sz="4000" b="1" u="sng" dirty="0">
                <a:solidFill>
                  <a:srgbClr val="FFFF00"/>
                </a:solidFill>
              </a:rPr>
              <a:t> Functionality:</a:t>
            </a:r>
          </a:p>
          <a:p>
            <a:endParaRPr lang="en-ZA" sz="4000" b="1" u="sng" dirty="0">
              <a:solidFill>
                <a:srgbClr val="FFFF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tx1">
                    <a:lumMod val="95000"/>
                    <a:lumOff val="5000"/>
                  </a:schemeClr>
                </a:solidFill>
              </a:rPr>
              <a:t>Authentication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Payments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Live Order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b="1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353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rown coffee cup with a lid&#10;&#10;AI-generated content may be incorrect.">
            <a:extLst>
              <a:ext uri="{FF2B5EF4-FFF2-40B4-BE49-F238E27FC236}">
                <a16:creationId xmlns:a16="http://schemas.microsoft.com/office/drawing/2014/main" id="{F608F81F-6F84-D256-0D31-B3BC774049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3259" y="643467"/>
            <a:ext cx="3565481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68C1B5-0148-F576-940B-6B7CD1B4D4C5}"/>
              </a:ext>
            </a:extLst>
          </p:cNvPr>
          <p:cNvSpPr txBox="1"/>
          <p:nvPr/>
        </p:nvSpPr>
        <p:spPr>
          <a:xfrm>
            <a:off x="4215657" y="6261725"/>
            <a:ext cx="505096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solidFill>
                  <a:srgbClr val="993300"/>
                </a:solidFill>
              </a:rPr>
              <a:t>Thank you for watching !!!!!</a:t>
            </a:r>
            <a:endParaRPr lang="en-ZA" sz="2500" b="1" dirty="0">
              <a:solidFill>
                <a:srgbClr val="9933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05BE5C-4041-743C-4724-351E464305AF}"/>
              </a:ext>
            </a:extLst>
          </p:cNvPr>
          <p:cNvSpPr txBox="1"/>
          <p:nvPr/>
        </p:nvSpPr>
        <p:spPr>
          <a:xfrm>
            <a:off x="767388" y="3203983"/>
            <a:ext cx="61009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Team:</a:t>
            </a:r>
          </a:p>
          <a:p>
            <a:endParaRPr lang="en-US" b="1" u="sng" dirty="0"/>
          </a:p>
          <a:p>
            <a:r>
              <a:rPr lang="en-US" dirty="0"/>
              <a:t>Kristen Keve (</a:t>
            </a:r>
            <a:r>
              <a:rPr lang="en-US" b="1" dirty="0"/>
              <a:t>ST10472683</a:t>
            </a:r>
            <a:r>
              <a:rPr lang="en-US" dirty="0"/>
              <a:t>)</a:t>
            </a:r>
          </a:p>
          <a:p>
            <a:r>
              <a:rPr lang="en-US" dirty="0"/>
              <a:t>Kandyce Smit (</a:t>
            </a:r>
            <a:r>
              <a:rPr lang="en-US" b="1" dirty="0"/>
              <a:t>ST10467645</a:t>
            </a:r>
            <a:r>
              <a:rPr lang="en-US" dirty="0"/>
              <a:t>)</a:t>
            </a:r>
            <a:endParaRPr lang="en-ZA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4865B3-10C2-D25B-101D-CD3B4781FEC8}"/>
              </a:ext>
            </a:extLst>
          </p:cNvPr>
          <p:cNvSpPr txBox="1"/>
          <p:nvPr/>
        </p:nvSpPr>
        <p:spPr>
          <a:xfrm>
            <a:off x="2428650" y="119353"/>
            <a:ext cx="7553143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500" b="1" dirty="0" err="1">
                <a:solidFill>
                  <a:srgbClr val="993300"/>
                </a:solidFill>
              </a:rPr>
              <a:t>SipRoute</a:t>
            </a:r>
            <a:r>
              <a:rPr lang="en-US" sz="3500" b="1" dirty="0">
                <a:solidFill>
                  <a:srgbClr val="993300"/>
                </a:solidFill>
              </a:rPr>
              <a:t> Coffee App Prototype</a:t>
            </a:r>
            <a:endParaRPr lang="en-ZA" sz="3500" b="1" dirty="0">
              <a:solidFill>
                <a:srgbClr val="9933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3E2EEB-E119-34BE-94FF-A9C3B7EFF5D7}"/>
              </a:ext>
            </a:extLst>
          </p:cNvPr>
          <p:cNvSpPr txBox="1"/>
          <p:nvPr/>
        </p:nvSpPr>
        <p:spPr>
          <a:xfrm>
            <a:off x="8021714" y="3342482"/>
            <a:ext cx="61009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b="1" u="sng" dirty="0"/>
              <a:t>Protype Designed on Figma</a:t>
            </a:r>
          </a:p>
          <a:p>
            <a:endParaRPr lang="en-ZA" dirty="0"/>
          </a:p>
          <a:p>
            <a:r>
              <a:rPr lang="en-ZA" dirty="0"/>
              <a:t>Figma - </a:t>
            </a:r>
            <a:r>
              <a:rPr lang="en-ZA" dirty="0">
                <a:hlinkClick r:id="rId3"/>
              </a:rPr>
              <a:t>Coffee App Prototype – Figma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54521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10c8f44-f469-448f-bc0d-d781288ff01b}" enabled="0" method="" siteId="{e10c8f44-f469-448f-bc0d-d781288ff01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175</Words>
  <Application>Microsoft Office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Images Adapted from:  Viitorcloud - 10 reasons to use react native framework for mobile app development  Blockchain Simplified - Is React Native the Best Framework for Cross Platform Mobile Development? | Blockchain Simplified</vt:lpstr>
      <vt:lpstr>Images Adapted From:  InnovationM - Firebase Authentication in iOS - InnovationM Blog  TenTen.vn - Google Maps API là gì? 04 bước tạo Google Maps API  KMS Solutions - Payment Gateways: Main Types, How They Work and Examples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Kandyce Jade Smit</dc:creator>
  <cp:lastModifiedBy>Kandyce Jade Smit</cp:lastModifiedBy>
  <cp:revision>1</cp:revision>
  <dcterms:created xsi:type="dcterms:W3CDTF">2025-10-09T09:51:45Z</dcterms:created>
  <dcterms:modified xsi:type="dcterms:W3CDTF">2025-10-09T17:56:19Z</dcterms:modified>
</cp:coreProperties>
</file>